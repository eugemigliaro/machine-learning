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0" y="860000"/>
            <a:ext cx="5760720" cy="4050000"/>
          </a:xfrm>
        </p:spPr>
        <p:txBody>
          <a:bodyPr/>
          <a:lstStyle>
            <a:lvl1pPr>
              <a:defRPr sz="1400"/>
            </a:lvl1pPr>
            <a:lvl2pPr>
              <a:defRPr sz="1250"/>
            </a:lvl2pPr>
            <a:lvl3pPr>
              <a:defRPr sz="11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860000"/>
            <a:ext cx="2606040" cy="4050000"/>
          </a:xfrm>
        </p:spPr>
        <p:txBody>
          <a:bodyPr/>
          <a:lstStyle>
            <a:lvl1pPr>
              <a:defRPr sz="1400"/>
            </a:lvl1pPr>
            <a:lvl2pPr>
              <a:defRPr sz="1250"/>
            </a:lvl2pPr>
            <a:lvl3pPr>
              <a:defRPr sz="11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120000"/>
            <a:ext cx="8503920" cy="6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860000"/>
            <a:ext cx="8503920" cy="40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